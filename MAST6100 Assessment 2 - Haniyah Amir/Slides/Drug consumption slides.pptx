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6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68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47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8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3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4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5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7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9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7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5C796-B015-7F57-C69F-15FCBA644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5" y="2112263"/>
            <a:ext cx="3788767" cy="2203063"/>
          </a:xfrm>
        </p:spPr>
        <p:txBody>
          <a:bodyPr>
            <a:normAutofit fontScale="90000"/>
          </a:bodyPr>
          <a:lstStyle/>
          <a:p>
            <a:pPr algn="l"/>
            <a:r>
              <a:rPr lang="en-GB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personality traits and demographic variables accurately predict whether an individual is a user of a given drug (Cocaine)?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A6BCE-59A4-4CCB-D2A0-5B4931057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GB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Haniyah Amir</a:t>
            </a:r>
          </a:p>
        </p:txBody>
      </p:sp>
      <p:pic>
        <p:nvPicPr>
          <p:cNvPr id="4" name="Picture 3" descr="Capsules and pills inside a glass bowl">
            <a:extLst>
              <a:ext uri="{FF2B5EF4-FFF2-40B4-BE49-F238E27FC236}">
                <a16:creationId xmlns:a16="http://schemas.microsoft.com/office/drawing/2014/main" id="{53A74B24-0B29-FF96-F27C-5F1C5C58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25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38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6B4C-30A9-E5A1-DA37-D922E533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37D5F-1A86-B75D-616F-7ED6E75A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Drug consumption (legal and illegal) is socially relevant.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Substance use has significant public health impact.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UCI drug consumption dataset allows the testing of machine learning models on a rich behavioural dataset.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goal is to build predictive models for cocaine use from personality traits and demographics variables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88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B13F-5889-B5AA-1055-EAF1D858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8736E-AFAC-FC85-9FB3-F4921B17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56398"/>
            <a:ext cx="10745788" cy="746170"/>
          </a:xfrm>
        </p:spPr>
        <p:txBody>
          <a:bodyPr>
            <a:noAutofit/>
          </a:bodyPr>
          <a:lstStyle/>
          <a:p>
            <a:pPr algn="ctr"/>
            <a:r>
              <a:rPr lang="en-GB" sz="2200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personality traits and demographic variables accurately predict whether an individual is a user of a given drug (Cocaine)?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A4F32-DF91-0C53-9896-F34FD7DBF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10745788" cy="3765089"/>
          </a:xfrm>
        </p:spPr>
        <p:txBody>
          <a:bodyPr>
            <a:normAutofit/>
          </a:bodyPr>
          <a:lstStyle/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we classify drug users based on demographics and personality traits.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classical and modern ML/DL models.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classification of User vs Non-user.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Predictive focus not casual inference.</a:t>
            </a:r>
          </a:p>
        </p:txBody>
      </p:sp>
    </p:spTree>
    <p:extLst>
      <p:ext uri="{BB962C8B-B14F-4D97-AF65-F5344CB8AC3E}">
        <p14:creationId xmlns:p14="http://schemas.microsoft.com/office/powerpoint/2010/main" val="202541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0D6B6-8BC7-77CC-D7F2-2B875D67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BE089-B2C9-6D52-0A07-71F2DD65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BE2A6-8955-B769-A947-62815C41C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1885 participants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 predictors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 drug labels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 Five personality traits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Impulsivity/sensation seeking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Converted to binary ‘user vs non-user’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classification targets: for 18 different psycho-active drugs (legal and illegal) – each drug can be modelled separately</a:t>
            </a:r>
          </a:p>
          <a:p>
            <a:pPr marL="285750" indent="-28575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 self-reported and western-skewed sample</a:t>
            </a:r>
          </a:p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66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8E50-23DB-2F3B-A000-E707C45E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DB96-1E3C-4C3E-E91F-51C887F1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F938B6-9F1A-AE25-2E1C-B88201A28D2E}"/>
              </a:ext>
            </a:extLst>
          </p:cNvPr>
          <p:cNvSpPr txBox="1">
            <a:spLocks/>
          </p:cNvSpPr>
          <p:nvPr/>
        </p:nvSpPr>
        <p:spPr>
          <a:xfrm>
            <a:off x="765048" y="1867932"/>
            <a:ext cx="3614448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used: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(baseline)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 Neural Network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6A9E3B-4D06-8B6E-7256-D36DC90DBF85}"/>
              </a:ext>
            </a:extLst>
          </p:cNvPr>
          <p:cNvSpPr txBox="1">
            <a:spLocks/>
          </p:cNvSpPr>
          <p:nvPr/>
        </p:nvSpPr>
        <p:spPr>
          <a:xfrm>
            <a:off x="4414346" y="1867932"/>
            <a:ext cx="3363308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Preprocessing: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Recoded target variable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Standardisation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Train/test split (70/30)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31AB49-C933-C4A3-64BA-689F16153C59}"/>
              </a:ext>
            </a:extLst>
          </p:cNvPr>
          <p:cNvSpPr txBox="1">
            <a:spLocks/>
          </p:cNvSpPr>
          <p:nvPr/>
        </p:nvSpPr>
        <p:spPr>
          <a:xfrm>
            <a:off x="7812504" y="1867932"/>
            <a:ext cx="3614448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Precision/Recall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ROC-AUC</a:t>
            </a: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72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B33A-B9AC-8FCE-6A21-9A3BCB143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A13A-48C9-34FA-1CCD-AF7392948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3FC31-24BB-1D01-031C-D8CF485D2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 = best performer (ROC – AUC ≈ 0.90+)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predictors:</a:t>
            </a:r>
          </a:p>
          <a:p>
            <a:pPr lvl="1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Impulsivity</a:t>
            </a:r>
          </a:p>
          <a:p>
            <a:pPr lvl="1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conscientiousness</a:t>
            </a:r>
          </a:p>
          <a:p>
            <a:pPr lvl="1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openness</a:t>
            </a:r>
          </a:p>
          <a:p>
            <a:pPr lvl="1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age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Personality and demographics do predict cocaine use relatively well.</a:t>
            </a:r>
          </a:p>
          <a:p>
            <a:pPr marL="0" indent="0">
              <a:buNone/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50643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36D414E1DAA94F810C33D1FEF532F1" ma:contentTypeVersion="13" ma:contentTypeDescription="Create a new document." ma:contentTypeScope="" ma:versionID="39b3c9ace67157726e6012a0debbc3b7">
  <xsd:schema xmlns:xsd="http://www.w3.org/2001/XMLSchema" xmlns:xs="http://www.w3.org/2001/XMLSchema" xmlns:p="http://schemas.microsoft.com/office/2006/metadata/properties" xmlns:ns3="da25ddfb-7d10-4a52-a56d-84e5e72592dd" xmlns:ns4="5ffa7c21-5f49-4557-bc3f-102310f91c76" targetNamespace="http://schemas.microsoft.com/office/2006/metadata/properties" ma:root="true" ma:fieldsID="46eed7772ec15b321c876c88d7eb0704" ns3:_="" ns4:_="">
    <xsd:import namespace="da25ddfb-7d10-4a52-a56d-84e5e72592dd"/>
    <xsd:import namespace="5ffa7c21-5f49-4557-bc3f-102310f91c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25ddfb-7d10-4a52-a56d-84e5e7259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fa7c21-5f49-4557-bc3f-102310f91c76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25ddfb-7d10-4a52-a56d-84e5e72592d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8CDABB-2852-4274-B357-EFF84038F9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25ddfb-7d10-4a52-a56d-84e5e72592dd"/>
    <ds:schemaRef ds:uri="5ffa7c21-5f49-4557-bc3f-102310f91c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AA7F56-9476-4101-8391-1BB0FA654AA1}">
  <ds:schemaRefs>
    <ds:schemaRef ds:uri="http://purl.org/dc/elements/1.1/"/>
    <ds:schemaRef ds:uri="http://purl.org/dc/terms/"/>
    <ds:schemaRef ds:uri="5ffa7c21-5f49-4557-bc3f-102310f91c76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da25ddfb-7d10-4a52-a56d-84e5e72592d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908862B-0985-47D6-B4E8-BE413F55B1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1a9fa56-3f32-449a-a721-3e3f49aa5e9a}" enabled="0" method="" siteId="{51a9fa56-3f32-449a-a721-3e3f49aa5e9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Neue Haas Grotesk Text Pro</vt:lpstr>
      <vt:lpstr>Times New Roman</vt:lpstr>
      <vt:lpstr>VanillaVTI</vt:lpstr>
      <vt:lpstr>Can personality traits and demographic variables accurately predict whether an individual is a user of a given drug (Cocaine)?</vt:lpstr>
      <vt:lpstr> Motivation</vt:lpstr>
      <vt:lpstr>Research Question</vt:lpstr>
      <vt:lpstr> Data</vt:lpstr>
      <vt:lpstr> Methodology</vt:lpstr>
      <vt:lpstr>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Haniyah Amir</dc:creator>
  <cp:lastModifiedBy>Haniyah Amir</cp:lastModifiedBy>
  <cp:revision>3</cp:revision>
  <dcterms:created xsi:type="dcterms:W3CDTF">2025-12-02T15:22:32Z</dcterms:created>
  <dcterms:modified xsi:type="dcterms:W3CDTF">2025-12-11T11:49:35Z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0x010100F136D414E1DAA94F810C33D1FEF532F1</vt:lpwstr>
  </property>
</Properties>
</file>